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r" initials="w" lastIdx="2" clrIdx="0">
    <p:extLst>
      <p:ext uri="{19B8F6BF-5375-455C-9EA6-DF929625EA0E}">
        <p15:presenceInfo xmlns:p15="http://schemas.microsoft.com/office/powerpoint/2012/main" userId="w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04" autoAdjust="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4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56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115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03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00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099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039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63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60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3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8D63A-11AB-455D-8752-B7ACD61C1730}" type="datetimeFigureOut">
              <a:rPr lang="ru-RU" smtClean="0"/>
              <a:t>17.03.2026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609B253-85A2-4BB6-B4D5-A667434C78CC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3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duino.cc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69413" y="2155211"/>
            <a:ext cx="10363200" cy="1470025"/>
          </a:xfrm>
        </p:spPr>
        <p:txBody>
          <a:bodyPr>
            <a:noAutofit/>
          </a:bodyPr>
          <a:lstStyle/>
          <a:p>
            <a:pPr algn="ctr" fontAlgn="t"/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Индивидуальный Проект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 интеллект в робототехнике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6755" y="5100557"/>
            <a:ext cx="7200000" cy="252000"/>
          </a:xfrm>
        </p:spPr>
        <p:txBody>
          <a:bodyPr>
            <a:noAutofit/>
          </a:bodyPr>
          <a:lstStyle/>
          <a:p>
            <a:pPr>
              <a:lnSpc>
                <a:spcPct val="50000"/>
              </a:lnSpc>
            </a:pPr>
            <a:r>
              <a:rPr lang="ru-RU" kern="400" spc="50" baseline="2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ученик 10 </a:t>
            </a:r>
            <a:r>
              <a:rPr lang="ru-RU" kern="400" spc="5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класса </a:t>
            </a:r>
            <a:r>
              <a:rPr lang="ru-RU" kern="400" spc="50" baseline="2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«Б» </a:t>
            </a:r>
          </a:p>
          <a:p>
            <a:pPr>
              <a:lnSpc>
                <a:spcPct val="50000"/>
              </a:lnSpc>
            </a:pPr>
            <a:r>
              <a:rPr lang="ru-RU" kern="400" spc="50" baseline="2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МОУ </a:t>
            </a:r>
            <a:r>
              <a:rPr lang="ru-RU" kern="400" spc="5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Раменской СОШ  №5 </a:t>
            </a:r>
            <a:endParaRPr lang="ru-RU" kern="400" spc="50" baseline="2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50000"/>
              </a:lnSpc>
            </a:pPr>
            <a:r>
              <a:rPr lang="ru-RU" kern="400" spc="50" baseline="2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Хаустов Ярослав </a:t>
            </a:r>
          </a:p>
          <a:p>
            <a:pPr>
              <a:lnSpc>
                <a:spcPct val="50000"/>
              </a:lnSpc>
            </a:pPr>
            <a:r>
              <a:rPr lang="ru-RU" kern="400" spc="50" baseline="2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 : Бехтева </a:t>
            </a:r>
            <a:r>
              <a:rPr lang="ru-RU" kern="400" spc="5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Елена Владимировна</a:t>
            </a:r>
          </a:p>
        </p:txBody>
      </p:sp>
    </p:spTree>
    <p:extLst>
      <p:ext uri="{BB962C8B-B14F-4D97-AF65-F5344CB8AC3E}">
        <p14:creationId xmlns:p14="http://schemas.microsoft.com/office/powerpoint/2010/main" val="404011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-669930" y="951406"/>
            <a:ext cx="363403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791995" y="951406"/>
            <a:ext cx="1112924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   Введение</a:t>
            </a:r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   Основная часть</a:t>
            </a:r>
          </a:p>
          <a:p>
            <a:pPr lvl="1"/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.1.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Вступление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  <a:p>
            <a:pPr lvl="1"/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.3.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Цели и задачи</a:t>
            </a:r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2.4. Что такое </a:t>
            </a:r>
            <a:r>
              <a:rPr lang="en-US" sz="2400" spc="-150" dirty="0" smtClean="0"/>
              <a:t>esp32?</a:t>
            </a:r>
          </a:p>
          <a:p>
            <a:pPr lvl="1"/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Устройство и схема </a:t>
            </a:r>
            <a:r>
              <a:rPr lang="ru-RU" sz="2400" spc="-15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лидара</a:t>
            </a:r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2.6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аговые двигатели</a:t>
            </a:r>
          </a:p>
          <a:p>
            <a:pPr lvl="1"/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.7.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Драйвер шагового двигателя</a:t>
            </a:r>
            <a:endParaRPr lang="en-US" sz="2400" spc="-15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хема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робота</a:t>
            </a:r>
          </a:p>
          <a:p>
            <a:pPr lvl="1"/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Интеграция ИИ  </a:t>
            </a:r>
          </a:p>
          <a:p>
            <a:pPr lvl="1"/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   Заключение </a:t>
            </a:r>
          </a:p>
          <a:p>
            <a:pPr lvl="1"/>
            <a:r>
              <a:rPr lang="ru-RU" sz="2400" spc="-1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   Список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2893649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0897" y="313831"/>
            <a:ext cx="1019037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Вступление</a:t>
            </a: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я решил сделать робота с ИИ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Моя цель избавление человечества от рутинных задач и с этим мне он поможет.</a:t>
            </a:r>
          </a:p>
        </p:txBody>
      </p:sp>
    </p:spTree>
    <p:extLst>
      <p:ext uri="{BB962C8B-B14F-4D97-AF65-F5344CB8AC3E}">
        <p14:creationId xmlns:p14="http://schemas.microsoft.com/office/powerpoint/2010/main" val="164196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настоящее время программировать робота достаточно трудно поэтому я ставлю между человеком и машиной переводчика в виде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 интеллект поможет оптимизировать работу человека </a:t>
            </a:r>
          </a:p>
          <a:p>
            <a:pPr marL="0" indent="0" algn="ctr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2.Он сделает взаимодействие человека и машины легче.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28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19373" y="989814"/>
            <a:ext cx="8729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робота с ИИ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511919" y="2890291"/>
            <a:ext cx="7645139" cy="3063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819373" y="2190143"/>
            <a:ext cx="785252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3600" dirty="0" smtClean="0"/>
              <a:t>:</a:t>
            </a:r>
            <a:endParaRPr lang="ru-RU" sz="3600" dirty="0" smtClean="0"/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схему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Собрать по схеме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.Написать код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</a:t>
            </a:r>
          </a:p>
          <a:p>
            <a:endParaRPr lang="ru-RU" sz="2000" dirty="0"/>
          </a:p>
        </p:txBody>
      </p:sp>
      <p:sp>
        <p:nvSpPr>
          <p:cNvPr id="5" name="AutoShape 2" descr="https://top-fon.com/uploads/posts/2023-02/1675217466_top-fon-com-p-fon-dlya-prezentatsii-tsel-124.jpg"/>
          <p:cNvSpPr>
            <a:spLocks noChangeAspect="1" noChangeArrowheads="1"/>
          </p:cNvSpPr>
          <p:nvPr/>
        </p:nvSpPr>
        <p:spPr bwMode="auto">
          <a:xfrm>
            <a:off x="155575" y="-144463"/>
            <a:ext cx="5297574" cy="52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409" y="1925824"/>
            <a:ext cx="4921071" cy="399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4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430" y="1095508"/>
            <a:ext cx="65753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ESP32 — серия недорогих микросхем с малым энергопотреблением китайской компании Espressif </a:t>
            </a:r>
            <a:r>
              <a:rPr lang="ru-RU" b="1" dirty="0" err="1"/>
              <a:t>Systems</a:t>
            </a:r>
            <a:r>
              <a:rPr lang="ru-RU" b="1" dirty="0"/>
              <a:t>. Представляют собой систему на кристалле с интегрированным контроллерами радиосвязи </a:t>
            </a:r>
            <a:r>
              <a:rPr lang="ru-RU" b="1" dirty="0" err="1"/>
              <a:t>Wi-Fi</a:t>
            </a:r>
            <a:r>
              <a:rPr lang="ru-RU" b="1" dirty="0"/>
              <a:t>, </a:t>
            </a:r>
            <a:r>
              <a:rPr lang="ru-RU" b="1" dirty="0" err="1"/>
              <a:t>Bluetooth</a:t>
            </a:r>
            <a:r>
              <a:rPr lang="ru-RU" b="1" dirty="0"/>
              <a:t> и </a:t>
            </a:r>
            <a:r>
              <a:rPr lang="ru-RU" b="1" dirty="0" err="1"/>
              <a:t>Thread</a:t>
            </a:r>
            <a:r>
              <a:rPr lang="ru-RU" b="1" dirty="0"/>
              <a:t>. В сериях ESP32 и ESP32-S используются процессорные ядра с архитектурой компании </a:t>
            </a:r>
            <a:r>
              <a:rPr lang="ru-RU" b="1" dirty="0" err="1"/>
              <a:t>Tensilica</a:t>
            </a:r>
            <a:endParaRPr lang="ru-RU" dirty="0"/>
          </a:p>
        </p:txBody>
      </p:sp>
      <p:pic>
        <p:nvPicPr>
          <p:cNvPr id="1026" name="Picture 2" descr="https://wiki.amperka.ru/_media/products:esp32-wroom-wifi-devkit-v1:esp32-wroom-wifi-devkit-v1_compo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30" y="3732150"/>
            <a:ext cx="4799539" cy="194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iki.amperka.ru/_media/products:esp32-wroom-wifi-devkit-v1:esp32-wroom-wifi-devkit-v1_annotation-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685" y="2849834"/>
            <a:ext cx="5221612" cy="291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91644" y="264511"/>
            <a:ext cx="5450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64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8022" y="124691"/>
            <a:ext cx="100417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технология, которая использует импульсы (чаще всего лазерные) для измерения расстояния до объектов. Название происходит от английского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«обнаружение и определение дальности с помощью света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». Устройство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испускает лазерные лучи, которые отражаются от объектов и возвращаются к датчику. У света постоянная скорость, поэтому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может зафиксировать время, за которое луч вернулся, и рассчитать точное расстояние до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объекта. Чтобы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собрать как можно больше данных,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лидар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вращается или использует массив лазеров,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308" y="2711075"/>
            <a:ext cx="6491202" cy="363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5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516" y="440575"/>
            <a:ext cx="10282844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Шаговый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двигатель</a:t>
            </a: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Шаговый двигатель, если очень упрощенно, представляет из себя мотор с ротором, в котором закреплен постоянный магнит, и статором с несколькими обмотками электромагнитов. Постоянный магнит поворачивает ротор в соответствии с магнитным полем, создаваемым постоянным током в статоре, таким образом подавая ток импульсами на обмотки в определенном порядке и полярности, можно добиться вращения магнитного поля, а за ним и ротора в нужную сторону с нужной скоростью.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98516" y="3426008"/>
            <a:ext cx="32253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Плюсы</a:t>
            </a:r>
            <a:endParaRPr lang="ru-RU" dirty="0"/>
          </a:p>
          <a:p>
            <a:r>
              <a:rPr lang="ru-RU" dirty="0"/>
              <a:t>Точное позиционирование.</a:t>
            </a:r>
          </a:p>
          <a:p>
            <a:r>
              <a:rPr lang="ru-RU" b="1" dirty="0"/>
              <a:t>Высокий крутящий момент</a:t>
            </a:r>
            <a:endParaRPr lang="ru-RU" dirty="0"/>
          </a:p>
          <a:p>
            <a:r>
              <a:rPr lang="ru-RU" b="1" dirty="0"/>
              <a:t>Точное удержание позиции в состоянии покоя</a:t>
            </a:r>
            <a:r>
              <a:rPr lang="ru-RU" dirty="0"/>
              <a:t> </a:t>
            </a:r>
          </a:p>
          <a:p>
            <a:r>
              <a:rPr lang="ru-RU" dirty="0"/>
              <a:t>Лёгкость реверса </a:t>
            </a:r>
          </a:p>
          <a:p>
            <a:r>
              <a:rPr lang="ru-RU" b="1" dirty="0"/>
              <a:t>Устойчивость к перегрузкам</a:t>
            </a:r>
            <a:r>
              <a:rPr lang="ru-RU" dirty="0"/>
              <a:t> 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744990" y="3426008"/>
            <a:ext cx="30341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Минусы</a:t>
            </a:r>
            <a:endParaRPr lang="ru-RU" dirty="0"/>
          </a:p>
          <a:p>
            <a:r>
              <a:rPr lang="ru-RU" dirty="0"/>
              <a:t>Ограниченный диапазон скоростей</a:t>
            </a:r>
          </a:p>
          <a:p>
            <a:r>
              <a:rPr lang="ru-RU" b="1" dirty="0"/>
              <a:t> Склонность к резонансу</a:t>
            </a:r>
            <a:endParaRPr lang="ru-RU" dirty="0"/>
          </a:p>
          <a:p>
            <a:r>
              <a:rPr lang="ru-RU" b="1" dirty="0"/>
              <a:t>Отсутствие обратной связи о реальном положении</a:t>
            </a:r>
            <a:r>
              <a:rPr lang="ru-RU" dirty="0"/>
              <a:t> </a:t>
            </a:r>
            <a:endParaRPr lang="ru-RU" dirty="0"/>
          </a:p>
        </p:txBody>
      </p:sp>
      <p:pic>
        <p:nvPicPr>
          <p:cNvPr id="5" name="Рисунок 4" descr="C:\Users\wer\AppData\Local\Microsoft\Windows\INetCache\Content.Word\0ec4fc06472d7a2f26e89251a7f0a464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839" y="5419725"/>
            <a:ext cx="5934075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924" y="3425494"/>
            <a:ext cx="3462020" cy="1864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5008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3658" y="390698"/>
            <a:ext cx="103160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Драйвер шагового двигателя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Драйвер шагового двигателя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электронное устройство, которое управляет работой шагового двигателя путём точного распределения импульсов тока по обмоткам. Он преобразует сигналы от контроллера в механическое движение вала мотора с заданным угловым шагом.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Видов драйверов очень много вот самые основные: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213658" y="2310938"/>
            <a:ext cx="95762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A4988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Пожалуй, самая дешевая, но и одна из самых надежный версий драйвера для принтера. Ток двигателя до 2 А регулируется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подстроечным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резистором, режим дробления шага от 1 до 1/16 перемычками. Есть защита от КЗ, перенапряжения, перегрузки и перегрева. В комплекте идет алюминиевый радиатор. То есть драйвер, своего рода аналог автомата Калашникова - прост, надежен, дешев. Есть недостаток - очень шумный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DRV8825. Из положительных отличий от A4988 - более мелкий режим дробления шага, до 1/32, чуть более мощный, до 2,2 А. В остальном хуже, причем серьезно. Работает чрезвычайно громко, иногда нестабильно, на высоких скоростях и нагрузках частенько пропускает шаги, к тому же вдвое дороже предыдущего. К покупке не рекомендуется, к эксплуатации тем более.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LV8729. Вполне удачная модель драйвера. Дробление шага аж до 1/128, тихая работа и высокая стабильность. Отлично подходит для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шаговиков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NEMA 17. Единственный минус - относительно невысокая мощность, до 1,5 А,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ST820. Мощный гигант по заявлению производителя - до 6,8 А тока на обмотки, однако, в реальности тянет не более 1,5 А. Зачем было так перехваливать непонятно. По тем же заявлениям, дробит шаг на 256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микрошагов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 и это вызывает сомнения. В целом средний во всем, и по возможностям, и по характеристикам, и по шуму, и по цене драйвер.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S6128 (SD6128).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Микрошаг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1/128, сила тока до 2,2 А, тихим не назвать, но и не воет на всю квартиру как DRV8825. Цена средняя. Не выделяется ни в чем, ни в лучшую, ни в худшую сторону. В целом, вполне рабочий вариант</a:t>
            </a:r>
          </a:p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TMC2100, TMC2130, TMC2208. Серия похожих драйверов с небольшими отличиями по характеристикам. На данный момент это, пожалуй, самые совершенные драйвера для 3D-принтера. Стандартно шаг делится на 16, но командой по UART или SPI можно разбить его до 256 частей. Дробление происходит по фирменной технологии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stealthChop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позволяет драйверам работать чрезвычайно плавно и тихо. Поддерживаемый ток до 2 А у TMC2208 и до 2,5 А для остальных, что является неплохим показателем. Динамическое изменение тока в зависимости от нагрузки не дает чипу перегреваться без нужды, при этом обеспечивая высокий крутящий и удерживающий момент. Несмотря на чуть более высокую цену, категорически рекомендуются к покупке и эксплуатации, если вы цените тишину, качество и надежность</a:t>
            </a:r>
          </a:p>
        </p:txBody>
      </p:sp>
      <p:pic>
        <p:nvPicPr>
          <p:cNvPr id="7" name="Рисунок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658" y="6096591"/>
            <a:ext cx="1313411" cy="76141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069" y="6096590"/>
            <a:ext cx="1363287" cy="761410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356" y="6096590"/>
            <a:ext cx="914400" cy="761410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56" y="6096590"/>
            <a:ext cx="1363287" cy="761410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44" y="6096590"/>
            <a:ext cx="1242076" cy="761410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120" y="6096590"/>
            <a:ext cx="885982" cy="76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32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754" y="407323"/>
            <a:ext cx="7495509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подключения шаговых двигателей к роботу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(Шаг)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fontAlgn="base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сигнал подается от ESP32 на драйвер A4988. Каждый импульс на этом сигнале заставляет шаговый двигатель сделать один шаг. Частота импульсов определяет скорость вращения двигателя.</a:t>
            </a:r>
          </a:p>
          <a:p>
            <a:pPr lvl="0" fontAlgn="base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 (Направление)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fontAlgn="base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сигнал определяет направление вращения шагового двигателя. Если сигнал высокий (логическая 1), двигатель вращается в одном направлении, если низкий (логический 0) — в противоположном.</a:t>
            </a:r>
          </a:p>
          <a:p>
            <a:pPr lvl="0" fontAlgn="base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(Включение)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fontAlgn="base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сигнал управляет включением/выключением драйвера. Когда сигнал низкий (логический 0), драйвер включен и может управлять двигателем. Когда сигнал высокий (логическая 1), драйвер выключен, и двигатель не работает.</a:t>
            </a:r>
          </a:p>
          <a:p>
            <a:pPr lvl="0" fontAlgn="base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VCC (Питание)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fontAlgn="base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Питание 12 вольт подается на драйвер A4988. Это питание используется для работы шагового двигателя. Важно, чтобы напряжение питания соответствовало требованиям двигателя.</a:t>
            </a:r>
          </a:p>
          <a:p>
            <a:pPr lvl="0" fontAlgn="base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 (Земля)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fontAlgn="base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провод заземления для всех компонентов. Он обеспечивает общий потенциал для всех сигналов и питания.</a:t>
            </a:r>
          </a:p>
          <a:p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7595263" y="1562792"/>
            <a:ext cx="4596737" cy="326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4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9338" y="266007"/>
            <a:ext cx="805503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корпуса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началось с создания 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 в блендере. Далее следует загрузка модели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слайсер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Слайсер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(от англ.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«резать на слои») —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для подготовки 3D-модели к печати на 3D-принтере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преобразует 3D-модель (обычно в формате STL, OBJ или 3MF) в 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G-код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набор команд, которые говорят принтеру: куда двигать печатающую головку, с какой скоростью, при какой температуре, сколько пластика выдавливать. Я выбрал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слайсер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кура.  Далее печать на 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принтере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филаментом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7744922" y="3713105"/>
            <a:ext cx="4242031" cy="2874010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1184649" y="3713105"/>
            <a:ext cx="4352925" cy="287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92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073" y="390698"/>
            <a:ext cx="101664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ИИ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проекта я решил использовать технологию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ключа.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API-ключ от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(например,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это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уникальный идентификатор, выданный пользователю при регистрации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 служит одновременно пропуском и подписью, подтверждающей, что запрос исходит от легитимного источника.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делает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на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ИИ и получаем ответ. В моём случае программа делает запрос в котором написаны: команда, инструкция для вывода и показания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лидара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Далее получает ответ в котором точно изложены следующие действия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702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825"/>
            <a:ext cx="8179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устройства примерно 3000р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Робот полностью функционирует и выполняет тестовые задачи.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0647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TM10001114[[fn=Галерея]]</Template>
  <TotalTime>1572</TotalTime>
  <Words>985</Words>
  <Application>Microsoft Office PowerPoint</Application>
  <PresentationFormat>Широкоэкранный</PresentationFormat>
  <Paragraphs>90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Times New Roman</vt:lpstr>
      <vt:lpstr>Gallery</vt:lpstr>
      <vt:lpstr>Индивидуальный Проект : Искусственный интеллект в робототехнике</vt:lpstr>
      <vt:lpstr>Презентация PowerPoint</vt:lpstr>
      <vt:lpstr>Презентация PowerPoint</vt:lpstr>
      <vt:lpstr>введение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на тему  авто полив  на  Arduino</dc:title>
  <dc:creator>wer</dc:creator>
  <cp:lastModifiedBy>wer</cp:lastModifiedBy>
  <cp:revision>72</cp:revision>
  <dcterms:created xsi:type="dcterms:W3CDTF">2024-03-11T17:25:36Z</dcterms:created>
  <dcterms:modified xsi:type="dcterms:W3CDTF">2026-03-17T04:15:58Z</dcterms:modified>
</cp:coreProperties>
</file>